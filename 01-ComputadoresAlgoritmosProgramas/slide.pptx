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5240000" cy="85725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Capa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2. Agenda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3. Entrada → Processamento → Saída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4. Variáveis e atribuição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5. Atualização e rastreio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6. Nomes de variáveis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7. Tipos de dados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8. type()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9. input()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10. input() devolve texto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11. Conversão de tipos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12. Erros de conversão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13. Ler e converter numa instrução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14. Saída com print()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15. Texto literal, variáveis e expressões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16. Execução sequencial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17. Rastrear várias variáveis</a:t>
            </a:r>
          </a:p>
          <a:p>
            <a:r>
              <a:t>Base temática: Leitura_expressoes_saida_slide.pptx, fornecida pelo utilizador.</a:t>
            </a:r>
          </a:p>
          <a:p>
            <a:r>
              <a:t>z guarda o resultado calculado no momento da atribuição. Alterar x posteriormente não recalcula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18. Expressões, operadores e operandos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19. Operadores especiais //, %, **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20. Tipos e operadores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21. Precedência e parênteses</a:t>
            </a:r>
          </a:p>
          <a:p>
            <a:r>
              <a:t>Base temática: Leitura_expressoes_saida_slide.pptx, fornecida pelo utilizador.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22. Do problema ao programa / exercício final</a:t>
            </a:r>
          </a:p>
          <a:p>
            <a:r>
              <a:t>Base temática: Leitura_expressoes_saida_slide.pptx, fornecida pelo utilizador.</a:t>
            </a:r>
          </a:p>
          <a:p>
            <a:r>
              <a:t>Solução possível:</a:t>
            </a:r>
          </a:p>
          <a:p>
            <a:r>
              <a:t>distancia = float(input("Distância (milhas náuticas): "))</a:t>
            </a:r>
          </a:p>
          <a:p>
            <a:r>
              <a:t>velocidade = float(input("Velocidade (nós): "))</a:t>
            </a:r>
          </a:p>
          <a:p>
            <a:r>
              <a:t>tempo = distancia / velocidade</a:t>
            </a:r>
          </a:p>
          <a:p>
            <a:r>
              <a:t>print("Tempo de viagem:", tempo, "horas")</a:t>
            </a:r>
          </a:p>
          <a:p>
            <a:r>
              <a:t>Pressupostos: distancia &gt;= 0 e velocidade &gt; 0. Para 120 e 15, resultado: 8.0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8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6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70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5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6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01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3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273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92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80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3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0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56" b="56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4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15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86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71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91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4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432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365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210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573</Words>
  <Application>Microsoft Office PowerPoint</Application>
  <DocSecurity>0</DocSecurity>
  <PresentationFormat>Custom</PresentationFormat>
  <Paragraphs>51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PROF AUX Leonardo Gonçalves</cp:lastModifiedBy>
  <cp:revision>3</cp:revision>
  <dcterms:created xsi:type="dcterms:W3CDTF">2026-10-03T15:37:08Z</dcterms:created>
  <dcterms:modified xsi:type="dcterms:W3CDTF">2026-10-14T20:25:36Z</dcterms:modified>
</cp:coreProperties>
</file>