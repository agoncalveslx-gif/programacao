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78" r:id="rId2"/>
    <p:sldId id="256" r:id="rId3"/>
    <p:sldId id="257" r:id="rId4"/>
    <p:sldId id="258" r:id="rId5"/>
    <p:sldId id="259" r:id="rId6"/>
    <p:sldId id="260" r:id="rId7"/>
    <p:sldId id="261" r:id="rId8"/>
    <p:sldId id="279" r:id="rId9"/>
    <p:sldId id="280" r:id="rId10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12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6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2153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95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380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735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9538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026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5037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3189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14498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DocSecurity>0</DocSecurity>
  <PresentationFormat>Widescreen</PresentationFormat>
  <Paragraphs>0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PROF AUX Leonardo Gonçalves</cp:lastModifiedBy>
  <cp:revision>4</cp:revision>
  <dcterms:created xsi:type="dcterms:W3CDTF">2026-10-05T21:06:51Z</dcterms:created>
  <dcterms:modified xsi:type="dcterms:W3CDTF">2026-10-06T08:44:31Z</dcterms:modified>
</cp:coreProperties>
</file>